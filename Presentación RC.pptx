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nrope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unito-regular.fntdata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nrope-regular.fntdata"/><Relationship Id="rId16" Type="http://schemas.openxmlformats.org/officeDocument/2006/relationships/font" Target="fonts/Nuni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Manrop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146dd64eb_0_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146dd64eb_0_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46dd64e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146dd64e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146dd64eb_20_1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146dd64eb_0_1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146dd64eb_20_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E">
  <p:cSld name="TITLE_AND_BODY_2_1_1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/>
          <p:nvPr>
            <p:ph idx="2" type="pic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I">
  <p:cSld name="TITLE_AND_BODY_2_1_1_1_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/>
          <p:nvPr>
            <p:ph idx="2" type="pic"/>
          </p:nvPr>
        </p:nvSpPr>
        <p:spPr>
          <a:xfrm>
            <a:off x="554595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C">
  <p:cSld name="TITLE_AND_BODY_2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/>
          <p:nvPr>
            <p:ph idx="2" type="pic"/>
          </p:nvPr>
        </p:nvSpPr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y Empresa</a:t>
            </a:r>
            <a:endParaRPr/>
          </a:p>
        </p:txBody>
      </p:sp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Empresa: Paquetones S.L., transporte de paquetes a nivel estatal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Pablo Ramiro Foronda Iraiz</a:t>
            </a:r>
            <a:r>
              <a:rPr lang="es"/>
              <a:t>ós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Paulo Blas Heredia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Javier López Peinado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Juan Jesús Pérez Lendínez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Diego Rodrigo Ramos Carranza</a:t>
            </a:r>
            <a:endParaRPr/>
          </a:p>
        </p:txBody>
      </p:sp>
      <p:pic>
        <p:nvPicPr>
          <p:cNvPr id="72" name="Google Shape;72;p1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Física de la Empresa</a:t>
            </a:r>
            <a:endParaRPr/>
          </a:p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507450" y="1519300"/>
            <a:ext cx="38364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La empresa Paquetones S.L. posee 3 sedes y una nave industrial.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Sede Madrid: 25 equipos en sala de trabajo, 25 equipos multimedia y 3 despachos.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Sede Almería: Servidor de datos, 3 despachos y una sala de reuniones con WIFI.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Sede Central Alicante: 2 salas con 25 puestos de trabajo y 4 despachos.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Nave Industrial Alicante: 20 sensores para la recolección de datos en tiempo real.</a:t>
            </a:r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250" y="1280000"/>
            <a:ext cx="4495351" cy="2817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me la dispositiva actual" id="83" name="Google Shape;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Anchos de Banda y Tiempos</a:t>
            </a:r>
            <a:endParaRPr/>
          </a:p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La red LAN interna utiliza un ancho de banda de 1 Gbit/s.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El ancho de banda WAN es de 100 Mbit/s entre las sedes.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La velocidad de propagación de la fibra óptica es 200.000 km/s.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Almería y Madrid están separadas por una distancia de 410 km.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El tiempo de propagación entre Almería y Alicante es 1.21 ms.</a:t>
            </a:r>
            <a:endParaRPr/>
          </a:p>
        </p:txBody>
      </p:sp>
      <p:pic>
        <p:nvPicPr>
          <p:cNvPr id="89" name="Google Shape;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25" y="958113"/>
            <a:ext cx="4840900" cy="3227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 WAN y Rutas</a:t>
            </a:r>
            <a:endParaRPr/>
          </a:p>
        </p:txBody>
      </p:sp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Diseño WAN con topología de anillo cerrada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Uso de enrutamiento estático para controlar el flujo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IPs WAN asignadas desde 193.169.198.224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Máscara de subred /30 (255.255.255.252) en interfaces seriales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Configuración DCE/DTE para correcta sincronización de la transmisión</a:t>
            </a:r>
            <a:endParaRPr/>
          </a:p>
        </p:txBody>
      </p:sp>
      <p:pic>
        <p:nvPicPr>
          <p:cNvPr id="95" name="Google Shape;9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757" y="1477075"/>
            <a:ext cx="3549442" cy="218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Nave de Sensores Inalámbricos</a:t>
            </a:r>
            <a:endParaRPr/>
          </a:p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Conexión de sensores inalámbricos en la Nave de Alicante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Switch y Access Point integran sensores a la red cableada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Access Point funciona como puente entre las diferentes redes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Direcciones IP asignadas a sensores mediante DHCP del router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Conectividad completa y comunicación bidireccional comprobada con pings</a:t>
            </a:r>
            <a:endParaRPr/>
          </a:p>
        </p:txBody>
      </p:sp>
      <p:pic>
        <p:nvPicPr>
          <p:cNvPr id="101" name="Google Shape;1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157" y="1426475"/>
            <a:ext cx="3549441" cy="190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